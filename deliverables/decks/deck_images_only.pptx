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07e1d5d7a41aa" /><Relationship Type="http://schemas.openxmlformats.org/officeDocument/2006/relationships/extended-properties" Target="/docProps/app.xml" Id="R5008eda5a6b24f08" /><Relationship Type="http://schemas.openxmlformats.org/officeDocument/2006/relationships/officeDocument" Target="/ppt/presentation.xml" Id="Rfe04302be268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c6ad95b4cc4af1"/>
  </p:sldMasterIdLst>
  <p:notesMasterIdLst>
    <p:notesMasterId xmlns:r="http://schemas.openxmlformats.org/officeDocument/2006/relationships" r:id="R1753baf14e694fdb"/>
  </p:notesMasterIdLst>
  <p:sldIdLst>
    <p:sldId xmlns:r="http://schemas.openxmlformats.org/officeDocument/2006/relationships" id="256" r:id="Rb3f180ae5ef4445c"/>
  </p:sldIdLst>
  <p:sldSz cx="131064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45f7fa53549f5" /><Relationship Type="http://schemas.openxmlformats.org/officeDocument/2006/relationships/slideMaster" Target="/ppt/slideMasters/slideMaster1.xml" Id="Rc4c6ad95b4cc4af1" /><Relationship Type="http://schemas.openxmlformats.org/officeDocument/2006/relationships/notesMaster" Target="/ppt/notesMasters/notesMaster1.xml" Id="R1753baf14e694fdb" /><Relationship Type="http://schemas.openxmlformats.org/officeDocument/2006/relationships/presProps" Target="/ppt/presProps.xml" Id="R81228a1ae68d45fd" /><Relationship Type="http://schemas.openxmlformats.org/officeDocument/2006/relationships/tableStyles" Target="/ppt/tableStyles.xml" Id="R156d698655d24524" /><Relationship Type="http://schemas.openxmlformats.org/officeDocument/2006/relationships/slide" Target="/ppt/slides/slide1.xml" Id="Rb3f180ae5ef444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b5005a36e943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254b66f3724f97" /><Relationship Type="http://schemas.openxmlformats.org/officeDocument/2006/relationships/notesMaster" Target="/ppt/notesMasters/notesMaster1.xml" Id="Racfae0effffc4e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00c2fdee544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2a6161e0140ee" /><Relationship Type="http://schemas.openxmlformats.org/officeDocument/2006/relationships/slideLayout" Target="/ppt/slideLayouts/slideLayout1.xml" Id="R831d5e5a83714c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d5e5a83714c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815005d604ea0" /><Relationship Type="http://schemas.openxmlformats.org/officeDocument/2006/relationships/image" Target="/ppt/media/image.png" Id="R1aaeef02ed0f4db0" /><Relationship Type="http://schemas.openxmlformats.org/officeDocument/2006/relationships/notesSlide" Target="/ppt/notesSlides/notesSlide1.xml" Id="R1948822528004e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2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eef02ed0f4d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106400" cy="731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04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2026-06-21T10:26:55.3540000Z</dcterms:created>
  <dcterms:modified xsi:type="dcterms:W3CDTF">2026-06-21T10:26:55.3540000Z</dcterms:modified>
</coreProperties>
</file>